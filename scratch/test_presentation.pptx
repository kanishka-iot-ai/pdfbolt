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Role of Tech in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PDFBolt Intelligent Presentation Converter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